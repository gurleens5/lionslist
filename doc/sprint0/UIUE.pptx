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56" r:id="rId3"/>
    <p:sldId id="261" r:id="rId4"/>
    <p:sldId id="262" r:id="rId5"/>
    <p:sldId id="263" r:id="rId6"/>
    <p:sldId id="264" r:id="rId7"/>
    <p:sldId id="265" r:id="rId8"/>
    <p:sldId id="266" r:id="rId9"/>
    <p:sldId id="257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8" r:id="rId18"/>
    <p:sldId id="274" r:id="rId19"/>
    <p:sldId id="275" r:id="rId20"/>
    <p:sldId id="276" r:id="rId21"/>
    <p:sldId id="277" r:id="rId22"/>
    <p:sldId id="278" r:id="rId23"/>
    <p:sldId id="279" r:id="rId24"/>
    <p:sldId id="259" r:id="rId25"/>
    <p:sldId id="280" r:id="rId26"/>
    <p:sldId id="281" r:id="rId27"/>
    <p:sldId id="282" r:id="rId28"/>
    <p:sldId id="260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63878-9691-2EDA-41F8-9D6D1A955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49AD3-4F17-7F2B-6A6B-02538C0F7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3DF0-F714-4F95-7858-10296A1A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14CE1-F263-865E-30F2-A76CEFA5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622C8-835B-5DBE-B0F2-61C81375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399E-17A5-DC52-603D-80035B88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37ACA-2A39-6396-5B81-FCC6DD26F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47355-B3F0-2A69-F5D1-CD6641B2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E89F4-A89D-6CB1-A110-CED289175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86544-48BD-9648-E2F5-AEEA55EC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3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20DE-9483-9EC1-887F-84B40A40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0DCAE-8D0C-D295-B6F0-3B13451C6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B292C-A9D9-6091-124F-54B663A8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3D7-773E-7A24-094E-2F8C636B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F073D-5994-6F67-C78A-61DAC6C2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5BFC-A4EA-F52C-6D7C-253C52F9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8344C-8D27-BD37-C483-F682D3C59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25ED4-C751-8697-E06A-A4132B618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1E979-B22E-8283-B960-120BC831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6571A-922A-10AD-DD42-2D35E49B9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521AB-8C9F-E7C5-5BCD-E1F11FF6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62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380E8-1947-8321-8418-C8682693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ECC51-9C49-B43E-0DC5-47AB2B044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5A55B-3E1B-2C3C-3905-64F009520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74581-51D8-F253-6B47-903D21536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02222-9721-BF03-2BEA-A07A1EFDA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27AD9-664C-E24E-0644-8FB2F3D7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3EF420-F6E1-A372-FD93-6D58EB9A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07DC3-24DA-8F33-27EC-9B7085C7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3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A900-9182-F6CC-BF6B-794C5A6B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CEC92-9AB9-E743-BE1D-C9A8FA34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E8D95-FEFD-DAE5-A4FF-A2850F35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D0458-7E5C-93AB-40EF-F0833742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9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8B9CE-A399-9AB7-6477-9224C6B3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11CE5-A482-0293-52AE-59B64CF6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1A18E-004A-E4C4-F75B-219FFE66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549CB-A224-2C29-3DCD-A220CE604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3193D-F63E-8852-1911-3EAF1317C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D1426-1BCC-DEC7-D8E2-6326C9790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36AE1-00B8-6321-6D28-19508CA72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802D0-AEB2-4DB2-36B1-8207BBF2F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66917-D953-97FB-E125-423078BC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5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14570-72E2-08C8-FBEC-4BCF55B0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FBA0C-F324-796C-4EC1-211BD7075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8ECF3-E479-366A-1A50-07D0C615C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2AA73-B7B0-8E9F-5A73-7E07C34C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DF8E3-FD1C-03E2-F3BF-D468A06F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DA106-1A26-0A97-796E-B3BB4D94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1124-6406-E28F-8A18-B5D67644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17FFA-1B21-9CB4-EAA6-C71654EB5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23E3-C59B-90D0-51C5-BD8A647F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86C7F-391B-BA9D-011B-E53BFCC5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5F16-5F51-2889-7078-4AB96A88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9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104182-1E42-CB37-5725-0532DCBAD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EFF0D6-610E-24FA-AC35-8142B36E1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F5640-B11E-3C5A-06C6-BA013A77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919B2-DB55-69AF-2EDB-89734EF8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FCD4F-9236-328A-64A1-D2548202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6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927498-E29A-3632-82F5-BBEB9E1B6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8DC47-7AAD-BD1D-6ADE-C38E87B1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E27A-3D43-AF96-8B17-1CCEFEE36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2645F-B28C-4304-8DEE-D1C76953CC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A4C01-31B4-C04E-DC54-86F1920AD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1CDB-14D9-9684-F702-7FF68CC11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5E67B-65A6-488F-9930-FB439E95E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1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322F-E7D7-0FAE-EF05-BEC49306C5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User Experience/User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BFAB8-90E1-B4C5-8AFE-755C9FE7B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EECS3311</a:t>
            </a:r>
            <a:br>
              <a:rPr lang="en-CA" dirty="0"/>
            </a:br>
            <a:r>
              <a:rPr lang="en-CA" dirty="0"/>
              <a:t>Group X</a:t>
            </a:r>
            <a:br>
              <a:rPr lang="en-CA" dirty="0"/>
            </a:br>
            <a:r>
              <a:rPr lang="en-CA" dirty="0"/>
              <a:t>“</a:t>
            </a:r>
            <a:r>
              <a:rPr lang="en-CA" dirty="0" err="1"/>
              <a:t>LionsList</a:t>
            </a:r>
            <a:r>
              <a:rPr lang="en-CA" dirty="0"/>
              <a:t>”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07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B4A3-E7FA-FA6B-53EC-334E0164A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CA" dirty="0"/>
              <a:t>Registration</a:t>
            </a:r>
            <a:br>
              <a:rPr lang="en-CA" dirty="0"/>
            </a:br>
            <a:r>
              <a:rPr lang="en-CA" dirty="0"/>
              <a:t>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6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7D4EB0-52D5-92A9-B064-B3D1B7FCB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804806-841D-6C87-AA45-0986C47EC5DF}"/>
              </a:ext>
            </a:extLst>
          </p:cNvPr>
          <p:cNvSpPr txBox="1"/>
          <p:nvPr/>
        </p:nvSpPr>
        <p:spPr>
          <a:xfrm>
            <a:off x="4757166" y="63532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(Registration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60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F4B4-A3FC-ED48-45F1-414165BE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07393-0C4E-9E83-D45B-035BBDE02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B70511-2DF8-5578-5445-ACF409F1DFFF}"/>
              </a:ext>
            </a:extLst>
          </p:cNvPr>
          <p:cNvSpPr txBox="1"/>
          <p:nvPr/>
        </p:nvSpPr>
        <p:spPr>
          <a:xfrm>
            <a:off x="4757166" y="63532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(Successful registration)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76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7844-6C6C-207F-8E04-A1E98D62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5B1C29-DF68-DA36-105A-45EB15381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9B4226-A2F5-CC0F-2263-694201033B24}"/>
              </a:ext>
            </a:extLst>
          </p:cNvPr>
          <p:cNvSpPr txBox="1"/>
          <p:nvPr/>
        </p:nvSpPr>
        <p:spPr>
          <a:xfrm>
            <a:off x="3559302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(Unsuccessful registration and possible errors)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6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E4389-175F-245B-F46F-8D1B9879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7EA55F-3BCF-45EF-EF80-CAAA38AE4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4EAFDD-CFDB-7F64-3B41-04CC89EDF90F}"/>
              </a:ext>
            </a:extLst>
          </p:cNvPr>
          <p:cNvSpPr txBox="1"/>
          <p:nvPr/>
        </p:nvSpPr>
        <p:spPr>
          <a:xfrm>
            <a:off x="4757166" y="63532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(Sign in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97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B2E20-9C35-6EE7-3FD8-207B122E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39880-BD5B-6FB0-E152-093E22A7F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B760FC-70F0-434F-C8EA-306258C266C4}"/>
              </a:ext>
            </a:extLst>
          </p:cNvPr>
          <p:cNvSpPr txBox="1"/>
          <p:nvPr/>
        </p:nvSpPr>
        <p:spPr>
          <a:xfrm>
            <a:off x="4921758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(Unsuccessful sign in)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61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5C35-7954-1EFC-6C5F-22152333A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DB21F-677C-2E7A-C0DF-AF7541D3B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A11F99-99ED-A1F2-0687-96DBC0D9EEA5}"/>
              </a:ext>
            </a:extLst>
          </p:cNvPr>
          <p:cNvSpPr txBox="1"/>
          <p:nvPr/>
        </p:nvSpPr>
        <p:spPr>
          <a:xfrm>
            <a:off x="3595878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(Landing page after successful sign in)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23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3042-7B67-D824-5F0F-1E27437FD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F758-D58A-9521-2197-295A1C74A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3571"/>
            <a:ext cx="9144000" cy="2387600"/>
          </a:xfrm>
        </p:spPr>
        <p:txBody>
          <a:bodyPr/>
          <a:lstStyle/>
          <a:p>
            <a:r>
              <a:rPr lang="en-CA" dirty="0"/>
              <a:t>Buyer 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378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679D-ED97-55A9-C6FC-A16040CC8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566C4-48E1-4DF5-ED6B-AB4201B58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3243CD-C340-6A27-228A-E76832A0242A}"/>
              </a:ext>
            </a:extLst>
          </p:cNvPr>
          <p:cNvSpPr txBox="1"/>
          <p:nvPr/>
        </p:nvSpPr>
        <p:spPr>
          <a:xfrm>
            <a:off x="4555998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(Unfiltered listings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12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47A19-EF7A-0BFA-BB0D-140F7AF41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927B2-7B0E-90DC-E7E1-4857BFD2F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9777DE-17D2-EB28-9986-221B1C05FAA1}"/>
              </a:ext>
            </a:extLst>
          </p:cNvPr>
          <p:cNvSpPr txBox="1"/>
          <p:nvPr/>
        </p:nvSpPr>
        <p:spPr>
          <a:xfrm>
            <a:off x="4903470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(Filtered listings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984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4625-3D48-A765-7695-6C0AA45C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37690-E02B-159A-9070-5E5A547AA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EBFF0A-D42F-FE06-03F9-70568A1B92F4}"/>
              </a:ext>
            </a:extLst>
          </p:cNvPr>
          <p:cNvSpPr txBox="1"/>
          <p:nvPr/>
        </p:nvSpPr>
        <p:spPr>
          <a:xfrm>
            <a:off x="4921758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(Listing details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595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D59E3-6C60-9D98-E82A-DEA8515B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CA5DC-8DBF-118C-EB38-DD208FDEA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DD2A8F-A2E2-A229-22D2-203182DDF9C7}"/>
              </a:ext>
            </a:extLst>
          </p:cNvPr>
          <p:cNvSpPr txBox="1"/>
          <p:nvPr/>
        </p:nvSpPr>
        <p:spPr>
          <a:xfrm>
            <a:off x="3925062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(Buyer can cancel pending offers)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36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8069-F208-87D0-2F3F-17B5607E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461BB-F399-3DEE-D14A-ADC959411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00A4E4-3805-6E94-74BD-A22CD221F3A2}"/>
              </a:ext>
            </a:extLst>
          </p:cNvPr>
          <p:cNvSpPr txBox="1"/>
          <p:nvPr/>
        </p:nvSpPr>
        <p:spPr>
          <a:xfrm>
            <a:off x="3952494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(Buyer can rate after offer is accepted)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576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33B08-9823-8FC7-765D-AD3CD519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3983AB-022F-49D7-703C-1E6A3E606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7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4CA0-285D-3012-7CD5-9471B393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41C44F-A127-F07A-0C11-47271E0C1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141569-0748-08AB-364D-CD7EEEF7D072}"/>
              </a:ext>
            </a:extLst>
          </p:cNvPr>
          <p:cNvSpPr txBox="1"/>
          <p:nvPr/>
        </p:nvSpPr>
        <p:spPr>
          <a:xfrm>
            <a:off x="4245102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(Buyer cannot rate if offer is rejected)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16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46B8C-FD83-11AF-738A-E8F4C112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AE1D-5333-D317-9B99-8317B01B0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6723"/>
            <a:ext cx="9144000" cy="2387600"/>
          </a:xfrm>
        </p:spPr>
        <p:txBody>
          <a:bodyPr/>
          <a:lstStyle/>
          <a:p>
            <a:r>
              <a:rPr lang="en-CA" dirty="0"/>
              <a:t>Seller 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01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DC64-5C6D-4CCA-9670-B7AF32AB4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29BEE8-240D-8D84-1E1B-06E60421E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CD0546-4F9F-1BCF-9373-AFF371D8E83F}"/>
              </a:ext>
            </a:extLst>
          </p:cNvPr>
          <p:cNvSpPr txBox="1"/>
          <p:nvPr/>
        </p:nvSpPr>
        <p:spPr>
          <a:xfrm>
            <a:off x="4757166" y="635329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(Listing creation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634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6C63D-2BE0-4644-4068-D72D103D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20E4D-48D1-D75E-45A3-D729667F7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50C4D3-71D3-AE0B-E720-3D73CD62503C}"/>
              </a:ext>
            </a:extLst>
          </p:cNvPr>
          <p:cNvSpPr txBox="1"/>
          <p:nvPr/>
        </p:nvSpPr>
        <p:spPr>
          <a:xfrm>
            <a:off x="3623310" y="640815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(Sellers can view and modify all of their created listings)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498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6BB4A-6251-C8F2-79AD-639428AE2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81FE5E-752B-04A2-06B1-0677244C3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07C456-7B75-D8A1-9BCE-539925CE17F6}"/>
              </a:ext>
            </a:extLst>
          </p:cNvPr>
          <p:cNvSpPr txBox="1"/>
          <p:nvPr/>
        </p:nvSpPr>
        <p:spPr>
          <a:xfrm>
            <a:off x="3028950" y="6389870"/>
            <a:ext cx="6599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(Sellers can reject or accept any received offers on their listings)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987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0493-808B-4E6E-36FA-9F089405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6F9BE-3770-900F-249A-5E8F78147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8D2BE-B9FB-705C-A610-5A2849E94860}"/>
              </a:ext>
            </a:extLst>
          </p:cNvPr>
          <p:cNvSpPr txBox="1"/>
          <p:nvPr/>
        </p:nvSpPr>
        <p:spPr>
          <a:xfrm>
            <a:off x="3623310" y="64173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(Sellers can rate buyers after offer is accepted)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833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653A-9133-27F7-D313-D3E70765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3C2EDF-5663-2F62-112D-FCE4655A6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84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8158-BDEC-0F4E-5B7A-C03F2394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F968B-1628-3EFC-52EF-AC9DA9F8F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B01AB1-8B76-E70D-DD1B-5A7362FBAE74}"/>
              </a:ext>
            </a:extLst>
          </p:cNvPr>
          <p:cNvSpPr txBox="1"/>
          <p:nvPr/>
        </p:nvSpPr>
        <p:spPr>
          <a:xfrm>
            <a:off x="3879342" y="64886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(Sellers cannot rate buyers if offer is rejected)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036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1316-1C83-7546-7D49-D9062218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57DA-086A-35FE-D528-D4D18CE80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8163"/>
            <a:ext cx="9144000" cy="2387600"/>
          </a:xfrm>
        </p:spPr>
        <p:txBody>
          <a:bodyPr/>
          <a:lstStyle/>
          <a:p>
            <a:r>
              <a:rPr lang="en-CA" dirty="0"/>
              <a:t>Messaging 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12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447B-F1B7-9AC2-8892-63031026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337794-00E2-A292-2BC4-2EE413345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5301E4-1C4E-3A51-94E3-07E7C71CD930}"/>
              </a:ext>
            </a:extLst>
          </p:cNvPr>
          <p:cNvSpPr txBox="1"/>
          <p:nvPr/>
        </p:nvSpPr>
        <p:spPr>
          <a:xfrm>
            <a:off x="3200400" y="6488668"/>
            <a:ext cx="655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(Accessing listing message conversation from filtered listings)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298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D494-A4A3-230A-46E5-FEBF8F48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92CE7B-50F8-F2F8-91ED-08BCAF139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6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7D11-1260-667B-4809-B9FD2FCC3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A13C6-157E-65D9-DAF4-1663D0FFE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59557D-4123-E819-0583-4C255D6B79AC}"/>
              </a:ext>
            </a:extLst>
          </p:cNvPr>
          <p:cNvSpPr txBox="1"/>
          <p:nvPr/>
        </p:nvSpPr>
        <p:spPr>
          <a:xfrm>
            <a:off x="2817874" y="6488668"/>
            <a:ext cx="753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(Inbox where users can see all conversations, both as buyer and seller)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589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102C-FB77-EF76-F87A-2E63E7B9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B59F-F315-5450-C661-62661B621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1003"/>
            <a:ext cx="9144000" cy="2387600"/>
          </a:xfrm>
        </p:spPr>
        <p:txBody>
          <a:bodyPr/>
          <a:lstStyle/>
          <a:p>
            <a:r>
              <a:rPr lang="en-CA" dirty="0"/>
              <a:t>View Profile/Rating 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28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46D90-CAB8-8DC9-31F6-18459CE64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2086A2-385E-BC98-B3DB-3A10BFF5B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E3D80D-46DA-725E-74D4-0E1C29D635CB}"/>
              </a:ext>
            </a:extLst>
          </p:cNvPr>
          <p:cNvSpPr txBox="1"/>
          <p:nvPr/>
        </p:nvSpPr>
        <p:spPr>
          <a:xfrm>
            <a:off x="3639312" y="6391656"/>
            <a:ext cx="655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(Accessing user profile from listing details page)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68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323C-D544-4DD2-2122-C47EC65E4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2C4A4E-8696-92F9-CB14-34C3546C8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0C542A-92DE-C4E2-E518-66C689D6EC1F}"/>
              </a:ext>
            </a:extLst>
          </p:cNvPr>
          <p:cNvSpPr txBox="1"/>
          <p:nvPr/>
        </p:nvSpPr>
        <p:spPr>
          <a:xfrm>
            <a:off x="3641598" y="63807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(User profile shows rating and sales information)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079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194</Words>
  <Application>Microsoft Office PowerPoint</Application>
  <PresentationFormat>Widescreen</PresentationFormat>
  <Paragraphs>28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 User Experience/User Interface</vt:lpstr>
      <vt:lpstr>Registration Scenario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Buyer Scenario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Seller Scenario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Messaging Scenario</vt:lpstr>
      <vt:lpstr>PowerPoint Presentation</vt:lpstr>
      <vt:lpstr>PowerPoint Presentation</vt:lpstr>
      <vt:lpstr>PowerPoint Presentation</vt:lpstr>
      <vt:lpstr>View Profile/Rating Scenario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Au</dc:creator>
  <cp:lastModifiedBy>Raymond Au</cp:lastModifiedBy>
  <cp:revision>6</cp:revision>
  <dcterms:created xsi:type="dcterms:W3CDTF">2026-02-21T22:07:31Z</dcterms:created>
  <dcterms:modified xsi:type="dcterms:W3CDTF">2026-02-21T22:39:09Z</dcterms:modified>
</cp:coreProperties>
</file>